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274320" y="731520"/>
            <a:ext cx="4114800" cy="3657600"/>
          </a:xfrm>
          <a:prstGeom prst="rect">
            <a:avLst/>
          </a:prstGeom>
          <a:solidFill>
            <a:srgbClr val="0D4F8B">
              <a:alpha val="30000"/>
            </a:srgbClr>
          </a:solidFill>
          <a:ln w="12700">
            <a:solidFill>
              <a:srgbClr val="0D4F8B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PayWise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6576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지능형 소비 패턴 분석 서비스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캡스톤 디자인 — 중간 발표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114800" cy="1325880"/>
          </a:xfrm>
          <a:prstGeom prst="rect">
            <a:avLst/>
          </a:prstGeom>
          <a:solidFill>
            <a:srgbClr val="0D4F8B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 |  PayWise 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 분석  +  사기 탐지  +  예산 전략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1005840" cy="1005840"/>
          </a:xfrm>
          <a:prstGeom prst="ellipse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051560"/>
            <a:ext cx="731520" cy="731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0" y="1920240"/>
            <a:ext cx="822960" cy="822960"/>
          </a:xfrm>
          <a:prstGeom prst="ellipse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2029968"/>
            <a:ext cx="594360" cy="5943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2926080"/>
            <a:ext cx="822960" cy="822960"/>
          </a:xfrm>
          <a:prstGeom prst="ellipse">
            <a:avLst/>
          </a:prstGeom>
          <a:solidFill>
            <a:srgbClr val="0A1F4F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3035808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75488" y="12618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· 목표 · 문제 정의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73168" y="12618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7316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76672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76672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구조 · 기술 스택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75488" y="26334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소비 패턴 분석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Isolation Forest · LSTM · XGBoost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73168" y="26334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73168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리스크 평가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76672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IF+부스팅 하이브리드 · 규칙 엔진 · Step-up Auth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5488" y="40050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488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 기능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· FIDO · 감정 분석 · 예산 전략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773168" y="40050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73168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76672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현황 &amp; 향후 계획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76672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기능 · 진행 중 · 로드맵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프로젝트 개요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868680"/>
            <a:ext cx="64008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소비 내역 확인만 가능 — 분석 없음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거래 감지 지연 → 금전적 손실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개인화된 예산/절약 조언 부재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 기반 사기 탐지 연동 없음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46320" y="868680"/>
            <a:ext cx="6400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군집화로 소비 유형 분류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Forest로 이상 거래 실시간 탐지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XGBoost 기반 예측 및 분류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 + ML 하이브리드 사기 탐지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41832" y="3410712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502152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4320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소비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분석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50592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3118104" y="3410712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3502152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50592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탐지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26864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294376" y="341071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350215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26864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전략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803136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470648" y="3410712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350215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03136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유형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시스템 아키텍처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51760" cy="2194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8961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Recharts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71800" y="1737360"/>
            <a:ext cx="2286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200400" y="777240"/>
            <a:ext cx="2651760" cy="219456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89611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9184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Alembic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52160" y="1737360"/>
            <a:ext cx="2286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080760" y="777240"/>
            <a:ext cx="2651760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896112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7220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IF · LSTM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Trainer Pipeline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3200400"/>
            <a:ext cx="8503920" cy="7315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3200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서비스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" y="36118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320040" y="361188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7490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8408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fraud-service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78408" y="40416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· XGBoost 거래리스크 추론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8010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36118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3200400" y="361188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74904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58768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858768" y="40416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PostgreSQL + Redis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36118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6080760" y="361188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74904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39128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계획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739128" y="40416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JWT 인증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반응형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 소비 패턴 분석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869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유형 군집화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지출 비율로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절약형 / 균형형 / 소비형 / 투자형 분류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 + 4-cluster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468880" y="822960"/>
            <a:ext cx="20116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8869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752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6032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거래 탐지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56032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 학습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파라미터 조정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스코어 산출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4663440" y="822960"/>
            <a:ext cx="2011680" cy="59436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8696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488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예측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5488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소비 데이터 학습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달 카테고리별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지출액 예측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6858000" y="822960"/>
            <a:ext cx="20116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88696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94944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과소비 분류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4944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과소비 레이블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학습 분류기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제공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74320" y="3749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파이프라인: 소비 데이터 수집  →  특성 추출  →  ML 모델 추론  →  결과 API 응답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거래 리스크 평가 (fraud-service)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로직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10972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12984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344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≥ 0.95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10972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≥ 0.35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10972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1480" y="2542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SOFT_REVIEW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≥ 0.005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63824"/>
            <a:ext cx="10972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1480" y="31638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2095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&lt; 0.005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822192"/>
            <a:ext cx="3840480" cy="7315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 + ML → 더 강한 action 채택 → Step-up Auth 트리거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804672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051560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285232" y="877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(비지도)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85232" y="1243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creditcard.csv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· holdout · demo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18288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4663440" y="1828800"/>
            <a:ext cx="64008" cy="9144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75688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85232" y="1901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(지도)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285232" y="2267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creditcard 지도 학습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스코어 + 5-fold CV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63440" y="285292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663440" y="285292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99816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285232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부스팅 하이브리드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285232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이상 스코어 피처로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분류 → 비교 분석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663440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2"/>
          <p:cNvSpPr/>
          <p:nvPr/>
        </p:nvSpPr>
        <p:spPr>
          <a:xfrm>
            <a:off x="4663440" y="3877056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123944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85232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285232" y="43159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금액·시간·빈도·기기 변경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· SPLIT_TXN 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부가 기능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5029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778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8046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(설명 가능 AI)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404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× |z-score|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3개 피처 Reason Code 제공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친화적 판단 근거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804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154680" y="804672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8778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8046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 인증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6440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생체 인증 기반 사용자 인증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Auth: REVIEW 이상 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트리거 정보 반환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804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035040" y="804672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778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8046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기반 분석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4476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패턴과 감정 상관 분석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충동 소비 감지 및 경고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데이터 API 통합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26791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274320" y="2679192"/>
            <a:ext cx="2743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5234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267919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전략 추천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84048" y="3246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유형별 맞춤 예산 설계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절약 팁 · 카테고리 한도 추천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80% 도달 시 알림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54680" y="26791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3154680" y="2679192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75234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66744" y="267919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교육 콘텐츠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264408" y="3246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분석 결과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금융 교육 제공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투자·저축 가이드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26791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035040" y="2679192"/>
            <a:ext cx="27432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75234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47104" y="267919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&amp; 보안 대시보드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144768" y="3246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거래 WebSocket 실시간 알림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현황 대시보드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지표 시각화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개발 현황 &amp; 향후 계획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4069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완료된 기능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백엔드 + 16종 API 라우트 구현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IF / LSTM / XGBoost 4종 ML 모델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fraud-service: IF·XGBoost·Hybrid 3종 거래리스크 모델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 + ML 하이브리드 판단 로직 (BLOCK/REVIEW/PASS)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+ 2FA(TOTP·FIDO2) 인증 체계 전환 완료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 체인 감사 로그 + ABE/ABAC 접근 제어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MyData 동의 레지스트리(자체 시뮬) · PID 가명처리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프론트 + Docker Compose 전체 스택 기동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804672"/>
            <a:ext cx="4389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80560" y="804672"/>
            <a:ext cx="64008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진행 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실 연동 + ML 학습 파이프라인 완성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프론트-백엔드 실 API 연동 테스트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시나리오 4종 검출률 측정 체계 구축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× 소비 상관 분석 고도화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907792"/>
            <a:ext cx="4389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80560" y="2907792"/>
            <a:ext cx="64008" cy="196596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6344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후기 계획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40156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 실서비스 배포 + GitHub Actions CI/CD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통합 분석 확장 (현금흐름 예측 · Peer Benchmark)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MyData 테스트베드 실연동 + Rate Limiting 적용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OCR · LLM 기반 맞춤 소비 코칭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PayWise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178308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소비는 데이터다. AI로 더 스마트하게.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2286000" cy="114300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2606040"/>
            <a:ext cx="2286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 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815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IF · LSTM · XGBoost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2606040"/>
            <a:ext cx="2286000" cy="114300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66160" y="2606040"/>
            <a:ext cx="2286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0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0815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+ 규칙 엔진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286000" cy="114300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2286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9360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전략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0815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· 예산 추천 · 알림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 —  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PayWise — 캡스톤 중간 발표</dc:title>
  <dc:subject>PptxGenJS Presentation</dc:subject>
  <dc:creator>T15</dc:creator>
  <cp:lastModifiedBy>T15</cp:lastModifiedBy>
  <cp:revision>1</cp:revision>
  <dcterms:created xsi:type="dcterms:W3CDTF">2026-04-22T09:26:48Z</dcterms:created>
  <dcterms:modified xsi:type="dcterms:W3CDTF">2026-04-22T09:26:48Z</dcterms:modified>
</cp:coreProperties>
</file>